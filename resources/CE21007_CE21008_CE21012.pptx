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82e6133a1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82e6133a1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2e6133a11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2e6133a11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82e6133a11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82e6133a11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82e6133a11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82e6133a11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82e6133a11_0_1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82e6133a11_0_1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82e6133a11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82e6133a11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0db5789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0db5789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0db57893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0db57893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82e6133a11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82e6133a11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82e6133a11_0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82e6133a11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82e6133a11_0_1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82e6133a11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2e6133a11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82e6133a11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82e6133a11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82e6133a11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cdb027bf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cdb027bf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www.youtube.com/watch?v=UA_-ltSJFPw" TargetMode="External"/><Relationship Id="rId4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0450" y="35225"/>
            <a:ext cx="1724100" cy="1422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1187300" y="3213900"/>
            <a:ext cx="3142800" cy="160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Created By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Golam Sarowar(CE21007)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Jonayet Hossain(CE21008)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Alamgir Hosain(CE21012)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3rd Year 2nd Semester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330100" y="3294375"/>
            <a:ext cx="4012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Times New Roman"/>
                <a:ea typeface="Times New Roman"/>
                <a:cs typeface="Times New Roman"/>
                <a:sym typeface="Times New Roman"/>
              </a:rPr>
              <a:t>Supervised By </a:t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Dr. Mohammad Motiur Rahman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Professor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Department of CSE,MBSTU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991725" y="1457453"/>
            <a:ext cx="7959900" cy="20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63500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     Mawlana Bhashani Science and Technolo</a:t>
            </a: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gy University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63500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Santosh, Tangail- 1902.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63500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Department of Computer Science and Engineering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63500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                      Course Title: Software Development Project- II and Industrial Tour  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63500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Course Code: CSE 3116  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1478700" y="2983875"/>
            <a:ext cx="61866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Efficient Course Management for Teachers, Students, and Admins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950850" y="1863825"/>
            <a:ext cx="7242300" cy="10440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Management System </a:t>
            </a:r>
            <a:endParaRPr b="1" sz="4000">
              <a:solidFill>
                <a:schemeClr val="lt1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1478700" y="1244000"/>
            <a:ext cx="2416500" cy="45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2700">
                <a:latin typeface="Times New Roman"/>
                <a:ea typeface="Times New Roman"/>
                <a:cs typeface="Times New Roman"/>
                <a:sym typeface="Times New Roman"/>
              </a:rPr>
              <a:t> Presentation on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311700" y="10776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1.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ntroduction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2. objective and scope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3. Architecture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4. Implementation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5. Video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6.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Challenge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7. Future Scope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8. Conclusion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7415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Learning Management System (LMS) is a web-based platform designed to facilitate educational interactions between administrators, teachers, and students. Developed using modern web technologies. </a:t>
            </a:r>
            <a:endParaRPr sz="20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7415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2000">
              <a:solidFill>
                <a:srgbClr val="37415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37415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655050" y="1537600"/>
            <a:ext cx="7263900" cy="2327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Resource Sharing.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Learning Platform.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Anytime, Anywhere Learning.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Streamlined Educational Processes.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User Interaction.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User-friendly interfaces.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 secure system with user roles and authentication.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969975" y="1017800"/>
            <a:ext cx="626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This project focuses on the-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121550" y="203375"/>
            <a:ext cx="8482200" cy="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2773263" y="1814400"/>
            <a:ext cx="3197100" cy="20475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Classroom creation,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Routine management,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Content upload (topic lists, course materials),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Announcement posting. 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6099150" y="1814400"/>
            <a:ext cx="2972100" cy="2047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 Course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Course materials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announcement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7500" y="1814400"/>
            <a:ext cx="2577000" cy="1998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User verification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Handles course creation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Routine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management. 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774150" y="1298650"/>
            <a:ext cx="1044000" cy="380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Admin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645025" y="1298650"/>
            <a:ext cx="1194300" cy="380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Teacher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6983425" y="1298650"/>
            <a:ext cx="1149000" cy="380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Student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459100" y="732875"/>
            <a:ext cx="627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contains three modules-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2682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b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18200"/>
            <a:ext cx="9144000" cy="29904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121800" y="689425"/>
            <a:ext cx="8742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Spring MVC Framework follows the Model-View-Controller architectural design pattern.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376925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2A39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 Diagram</a:t>
            </a:r>
            <a:endParaRPr b="1" sz="2700">
              <a:solidFill>
                <a:srgbClr val="2A39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4400" y="1017800"/>
            <a:ext cx="4928999" cy="387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/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Diagram</a:t>
            </a:r>
            <a:endParaRPr b="1"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2A39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A399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050" y="1017800"/>
            <a:ext cx="7072525" cy="386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0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      Implementation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2773263" y="1814400"/>
            <a:ext cx="3197100" cy="20475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Spring Boot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RESTful API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Secure Authentication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6099150" y="1814400"/>
            <a:ext cx="2935800" cy="20475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78300" y="1814400"/>
            <a:ext cx="2566200" cy="20475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HTML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CSS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Bootstrap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774150" y="1298650"/>
            <a:ext cx="1315800" cy="3807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Frontend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3795450" y="1298650"/>
            <a:ext cx="1176300" cy="3807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7088550" y="1298650"/>
            <a:ext cx="1315800" cy="380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Video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#application &#10;#coursemanagement &#10;#studentmanagementsystem &#10;#learningmanagementsystem &#10;Technology we used:&#10;1. Spring Boot&#10;2. Spring Data JPA&#10;3. Spring Security&#10;4. Thymeleaf&#10;5. BootStrap&#10;&#10;Github : https://github.com/sarowar02/Learning-Management-System" id="162" name="Google Shape;162;p23" title="Learning Management System using Spring Boo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9794" y="1017800"/>
            <a:ext cx="6878355" cy="386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  <a:t>Challenge </a:t>
            </a:r>
            <a:endParaRPr b="1"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2505875" y="1551775"/>
            <a:ext cx="4567200" cy="177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Complex Authentication.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Slow Data Retrieval.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Work on Github.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2394500" y="1352750"/>
            <a:ext cx="636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Challenges Faced During the Project-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757550" y="4317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2187825" y="1527725"/>
            <a:ext cx="5796000" cy="221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Mobile Application.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Real-time communication (e.g., chat).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Integration with video conferencing tools.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Advanced Dashboard.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Develop a progress tracking system for students.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2187825" y="1201500"/>
            <a:ext cx="628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of the Project-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379575" y="1037400"/>
            <a:ext cx="8754600" cy="248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The Learning Management System project demonstrates a comprehensive, scalable educational platform integrating modern web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technologies.Future advancements can further enhance the functionalities and user experience.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6"/>
          <p:cNvSpPr txBox="1"/>
          <p:nvPr>
            <p:ph type="title"/>
          </p:nvPr>
        </p:nvSpPr>
        <p:spPr>
          <a:xfrm>
            <a:off x="496575" y="4856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/>
          <p:nvPr/>
        </p:nvSpPr>
        <p:spPr>
          <a:xfrm>
            <a:off x="2677225" y="809025"/>
            <a:ext cx="4306200" cy="3207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latin typeface="Roboto"/>
                <a:ea typeface="Roboto"/>
                <a:cs typeface="Roboto"/>
                <a:sym typeface="Roboto"/>
              </a:rPr>
              <a:t>Thank </a:t>
            </a:r>
            <a:r>
              <a:rPr lang="en" sz="5700"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 sz="5700">
                <a:latin typeface="Roboto"/>
                <a:ea typeface="Roboto"/>
                <a:cs typeface="Roboto"/>
                <a:sym typeface="Roboto"/>
              </a:rPr>
              <a:t>ou</a:t>
            </a:r>
            <a:endParaRPr sz="5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